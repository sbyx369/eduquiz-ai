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1200329"/>
          </a:xfrm>
          <a:prstGeom prst="rect">
            <a:avLst/>
          </a:prstGeom>
          <a:noFill/>
        </p:spPr>
        <p:txBody>
          <a:bodyPr wrap="square" rtlCol="0">
            <a:spAutoFit/>
          </a:bodyPr>
          <a:lstStyle/>
          <a:p>
            <a:r>
              <a:rPr lang="en-US" sz="2400" b="1" dirty="0"/>
              <a:t>Project Tile – </a:t>
            </a:r>
            <a:r>
              <a:rPr lang="en-US" sz="2400" b="1" dirty="0" err="1"/>
              <a:t>EduQuiz</a:t>
            </a:r>
            <a:r>
              <a:rPr lang="en-US" sz="2400" b="1" dirty="0"/>
              <a:t> AI – AI-Powered Syllabus Quiz Generator using IBM watsonx.ai and </a:t>
            </a:r>
            <a:r>
              <a:rPr lang="en-US" sz="2400" b="1" dirty="0" err="1"/>
              <a:t>LangFlow</a:t>
            </a:r>
            <a:endParaRPr lang="en-US" sz="2400" b="1" dirty="0"/>
          </a:p>
          <a:p>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93573"/>
            <a:ext cx="11615928" cy="4924425"/>
          </a:xfrm>
          <a:prstGeom prst="rect">
            <a:avLst/>
          </a:prstGeom>
          <a:noFill/>
        </p:spPr>
        <p:txBody>
          <a:bodyPr wrap="square" rtlCol="0">
            <a:spAutoFit/>
          </a:bodyPr>
          <a:lstStyle/>
          <a:p>
            <a:pPr fontAlgn="base"/>
            <a:r>
              <a:rPr lang="en-US" sz="2000" b="1" dirty="0"/>
              <a:t>Problem Statement : </a:t>
            </a:r>
            <a:r>
              <a:rPr lang="en-IN" sz="2000" dirty="0"/>
              <a:t>EduQuiz AI</a:t>
            </a:r>
            <a:endParaRPr lang="en-US" sz="2000" dirty="0"/>
          </a:p>
          <a:p>
            <a:pPr fontAlgn="base"/>
            <a:endParaRPr lang="en-US" sz="2000" b="1" dirty="0"/>
          </a:p>
          <a:p>
            <a:pPr fontAlgn="base"/>
            <a:r>
              <a:rPr lang="en-US" sz="2000" b="1" dirty="0"/>
              <a:t>The Challenge</a:t>
            </a:r>
            <a:r>
              <a:rPr lang="en-US" sz="2000" dirty="0"/>
              <a:t> </a:t>
            </a:r>
          </a:p>
          <a:p>
            <a:pPr fontAlgn="base"/>
            <a:r>
              <a:rPr lang="en-US" sz="2000" dirty="0"/>
              <a:t>Students and educators spend significant time creating quizzes and assessment material.</a:t>
            </a:r>
          </a:p>
          <a:p>
            <a:pPr fontAlgn="base"/>
            <a:r>
              <a:rPr lang="en-US" sz="2000" dirty="0"/>
              <a:t>Generating topic-wise questions, answers, and explanations manually is time-consuming.</a:t>
            </a:r>
          </a:p>
          <a:p>
            <a:pPr fontAlgn="base"/>
            <a:r>
              <a:rPr lang="en-US" sz="2000" dirty="0"/>
              <a:t>There is a need for an AI-powered system that can automatically create learning modules and quizzes from educational topics.</a:t>
            </a:r>
          </a:p>
          <a:p>
            <a:pPr fontAlgn="base"/>
            <a:endParaRPr lang="en-US" sz="2000" dirty="0"/>
          </a:p>
          <a:p>
            <a:pPr fontAlgn="base"/>
            <a:r>
              <a:rPr lang="en-US" sz="2000" b="1" dirty="0"/>
              <a:t>The Objective</a:t>
            </a:r>
            <a:r>
              <a:rPr lang="en-US" sz="2000" dirty="0"/>
              <a:t> </a:t>
            </a:r>
          </a:p>
          <a:p>
            <a:pPr fontAlgn="base"/>
            <a:r>
              <a:rPr lang="en-US" sz="2000" dirty="0"/>
              <a:t>Build an AI-powered Quiz Generator that:</a:t>
            </a:r>
          </a:p>
          <a:p>
            <a:pPr fontAlgn="base"/>
            <a:r>
              <a:rPr lang="en-US" sz="2000" dirty="0"/>
              <a:t>• Generates learning modules from a topic</a:t>
            </a:r>
          </a:p>
          <a:p>
            <a:pPr fontAlgn="base"/>
            <a:r>
              <a:rPr lang="en-US" sz="2000" dirty="0"/>
              <a:t>• Creates MCQs automatically</a:t>
            </a:r>
          </a:p>
          <a:p>
            <a:pPr fontAlgn="base"/>
            <a:r>
              <a:rPr lang="en-US" sz="2000" dirty="0"/>
              <a:t>• Provides answers and explanations</a:t>
            </a:r>
          </a:p>
          <a:p>
            <a:pPr fontAlgn="base"/>
            <a:r>
              <a:rPr lang="en-US" sz="2000" dirty="0"/>
              <a:t>• Supports multiple academic subjects</a:t>
            </a:r>
          </a:p>
          <a:p>
            <a:pPr fontAlgn="base"/>
            <a:r>
              <a:rPr lang="en-US" sz="2000" dirty="0"/>
              <a:t>• Improves learning and assessment efficiency</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629322"/>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576072" y="1259175"/>
            <a:ext cx="10607040" cy="4339650"/>
          </a:xfrm>
          <a:prstGeom prst="rect">
            <a:avLst/>
          </a:prstGeom>
          <a:noFill/>
        </p:spPr>
        <p:txBody>
          <a:bodyPr wrap="square" rtlCol="0">
            <a:spAutoFit/>
          </a:bodyPr>
          <a:lstStyle/>
          <a:p>
            <a:pPr fontAlgn="base"/>
            <a:endParaRPr lang="en-US" sz="2000" b="1" dirty="0"/>
          </a:p>
          <a:p>
            <a:pPr fontAlgn="base"/>
            <a:r>
              <a:rPr lang="en-IN" sz="2000" b="1" dirty="0"/>
              <a:t>Tech Stack (Mandatory)</a:t>
            </a:r>
            <a:r>
              <a:rPr lang="en-IN" sz="2000" dirty="0"/>
              <a:t> </a:t>
            </a:r>
          </a:p>
          <a:p>
            <a:pPr marL="285750" indent="-285750" fontAlgn="base">
              <a:buFont typeface="Arial" panose="020B0604020202020204" pitchFamily="34" charset="0"/>
              <a:buChar char="•"/>
            </a:pPr>
            <a:r>
              <a:rPr lang="en-US" sz="2000" dirty="0"/>
              <a:t>• </a:t>
            </a:r>
            <a:r>
              <a:rPr lang="en-US" sz="2000" dirty="0" err="1"/>
              <a:t>LangFlow</a:t>
            </a:r>
            <a:endParaRPr lang="en-US" sz="2000" dirty="0"/>
          </a:p>
          <a:p>
            <a:pPr marL="285750" indent="-285750" fontAlgn="base">
              <a:buFont typeface="Arial" panose="020B0604020202020204" pitchFamily="34" charset="0"/>
              <a:buChar char="•"/>
            </a:pPr>
            <a:r>
              <a:rPr lang="en-US" sz="2000" dirty="0"/>
              <a:t>• IBM watsonx.ai</a:t>
            </a:r>
          </a:p>
          <a:p>
            <a:pPr marL="285750" indent="-285750" fontAlgn="base">
              <a:buFont typeface="Arial" panose="020B0604020202020204" pitchFamily="34" charset="0"/>
              <a:buChar char="•"/>
            </a:pPr>
            <a:r>
              <a:rPr lang="en-US" sz="2000" dirty="0"/>
              <a:t>• IBM Granite 4 Model</a:t>
            </a:r>
          </a:p>
          <a:p>
            <a:pPr marL="285750" indent="-285750" fontAlgn="base">
              <a:buFont typeface="Arial" panose="020B0604020202020204" pitchFamily="34" charset="0"/>
              <a:buChar char="•"/>
            </a:pPr>
            <a:r>
              <a:rPr lang="en-US" sz="2000" dirty="0"/>
              <a:t>• Prompt Engineering</a:t>
            </a:r>
          </a:p>
          <a:p>
            <a:pPr marL="285750" indent="-285750" fontAlgn="base">
              <a:buFont typeface="Arial" panose="020B0604020202020204" pitchFamily="34" charset="0"/>
              <a:buChar char="•"/>
            </a:pPr>
            <a:r>
              <a:rPr lang="en-US" sz="2000" dirty="0"/>
              <a:t>• Generative AI</a:t>
            </a:r>
          </a:p>
          <a:p>
            <a:pPr marL="285750" indent="-285750" fontAlgn="base">
              <a:buFont typeface="Arial" panose="020B0604020202020204" pitchFamily="34" charset="0"/>
              <a:buChar char="•"/>
            </a:pPr>
            <a:r>
              <a:rPr lang="en-US" sz="2000" dirty="0"/>
              <a:t>• Python</a:t>
            </a:r>
          </a:p>
          <a:p>
            <a:pPr fontAlgn="base"/>
            <a:endParaRPr lang="en-US" sz="2000" dirty="0"/>
          </a:p>
          <a:p>
            <a:pPr fontAlgn="base"/>
            <a:endParaRPr lang="en-IN" sz="2000" dirty="0"/>
          </a:p>
          <a:p>
            <a:pPr fontAlgn="base"/>
            <a:r>
              <a:rPr lang="en-IN" sz="2000" dirty="0"/>
              <a:t>I used </a:t>
            </a:r>
            <a:r>
              <a:rPr lang="en-IN" sz="2000" dirty="0" err="1"/>
              <a:t>LangFlow</a:t>
            </a:r>
            <a:r>
              <a:rPr lang="en-IN" sz="2000" dirty="0"/>
              <a:t> + IBM watsonx.ai + IBM Granite Models</a:t>
            </a:r>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a:t>
            </a:r>
            <a:r>
              <a:rPr lang="en-US" b="1"/>
              <a:t>Solution: </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1183</TotalTime>
  <Words>1256</Words>
  <Application>Microsoft Office PowerPoint</Application>
  <PresentationFormat>Widescreen</PresentationFormat>
  <Paragraphs>124</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Bhargav Yadav</cp:lastModifiedBy>
  <cp:revision>22</cp:revision>
  <dcterms:created xsi:type="dcterms:W3CDTF">2025-07-08T05:06:56Z</dcterms:created>
  <dcterms:modified xsi:type="dcterms:W3CDTF">2026-06-05T16:20:15Z</dcterms:modified>
</cp:coreProperties>
</file>