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86"/>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byx369/EduQuiz-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1602217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Sadam Bhargav</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1100" dirty="0"/>
                        <a:t>24981a445c@raghuenggcollege.in</a:t>
                      </a:r>
                      <a:endParaRPr sz="11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9391484636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90219" y="3738417"/>
            <a:ext cx="611325" cy="886183"/>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1200329"/>
          </a:xfrm>
          <a:prstGeom prst="rect">
            <a:avLst/>
          </a:prstGeom>
          <a:noFill/>
        </p:spPr>
        <p:txBody>
          <a:bodyPr wrap="square" rtlCol="0">
            <a:spAutoFit/>
          </a:bodyPr>
          <a:lstStyle/>
          <a:p>
            <a:r>
              <a:rPr lang="en-US" sz="2400" b="1" dirty="0"/>
              <a:t>Project Tile – </a:t>
            </a:r>
            <a:r>
              <a:rPr lang="en-US" sz="2400" b="1" dirty="0" err="1"/>
              <a:t>EduQuiz</a:t>
            </a:r>
            <a:r>
              <a:rPr lang="en-US" sz="2400" b="1" dirty="0"/>
              <a:t> AI – AI-Powered Syllabus Quiz Generator using IBM watsonx.ai and </a:t>
            </a:r>
            <a:r>
              <a:rPr lang="en-US" sz="2400" b="1" dirty="0" err="1"/>
              <a:t>LangFlow</a:t>
            </a:r>
            <a:endParaRPr lang="en-US" sz="2400" b="1" dirty="0"/>
          </a:p>
          <a:p>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93573"/>
            <a:ext cx="11615928" cy="4924425"/>
          </a:xfrm>
          <a:prstGeom prst="rect">
            <a:avLst/>
          </a:prstGeom>
          <a:noFill/>
        </p:spPr>
        <p:txBody>
          <a:bodyPr wrap="square" rtlCol="0">
            <a:spAutoFit/>
          </a:bodyPr>
          <a:lstStyle/>
          <a:p>
            <a:pPr fontAlgn="base"/>
            <a:r>
              <a:rPr lang="en-US" sz="2000" b="1" dirty="0"/>
              <a:t>Problem Statement : </a:t>
            </a:r>
            <a:r>
              <a:rPr lang="en-IN" sz="2000" dirty="0"/>
              <a:t>EduQuiz AI</a:t>
            </a:r>
            <a:endParaRPr lang="en-US" sz="2000" dirty="0"/>
          </a:p>
          <a:p>
            <a:pPr fontAlgn="base"/>
            <a:endParaRPr lang="en-US" sz="2000" b="1" dirty="0"/>
          </a:p>
          <a:p>
            <a:pPr fontAlgn="base"/>
            <a:r>
              <a:rPr lang="en-US" sz="2000" b="1" dirty="0"/>
              <a:t>The Challenge</a:t>
            </a:r>
            <a:r>
              <a:rPr lang="en-US" sz="2000" dirty="0"/>
              <a:t> </a:t>
            </a:r>
          </a:p>
          <a:p>
            <a:pPr fontAlgn="base"/>
            <a:r>
              <a:rPr lang="en-US" sz="2000" dirty="0"/>
              <a:t>Students and educators spend significant time creating quizzes and assessment material.</a:t>
            </a:r>
          </a:p>
          <a:p>
            <a:pPr fontAlgn="base"/>
            <a:r>
              <a:rPr lang="en-US" sz="2000" dirty="0"/>
              <a:t>Generating topic-wise questions, answers, and explanations manually is time-consuming.</a:t>
            </a:r>
          </a:p>
          <a:p>
            <a:pPr fontAlgn="base"/>
            <a:r>
              <a:rPr lang="en-US" sz="2000" dirty="0"/>
              <a:t>There is a need for an AI-powered system that can automatically create learning modules and quizzes from educational topics.</a:t>
            </a:r>
          </a:p>
          <a:p>
            <a:pPr fontAlgn="base"/>
            <a:endParaRPr lang="en-US" sz="2000" dirty="0"/>
          </a:p>
          <a:p>
            <a:pPr fontAlgn="base"/>
            <a:r>
              <a:rPr lang="en-US" sz="2000" b="1" dirty="0"/>
              <a:t>The Objective</a:t>
            </a:r>
            <a:r>
              <a:rPr lang="en-US" sz="2000" dirty="0"/>
              <a:t> </a:t>
            </a:r>
          </a:p>
          <a:p>
            <a:pPr fontAlgn="base"/>
            <a:r>
              <a:rPr lang="en-US" sz="2000" dirty="0"/>
              <a:t>Build an AI-powered Quiz Generator that:</a:t>
            </a:r>
          </a:p>
          <a:p>
            <a:pPr fontAlgn="base"/>
            <a:r>
              <a:rPr lang="en-US" sz="2000" dirty="0"/>
              <a:t>• Generates learning modules from a topic</a:t>
            </a:r>
          </a:p>
          <a:p>
            <a:pPr fontAlgn="base"/>
            <a:r>
              <a:rPr lang="en-US" sz="2000" dirty="0"/>
              <a:t>• Creates MCQs automatically</a:t>
            </a:r>
          </a:p>
          <a:p>
            <a:pPr fontAlgn="base"/>
            <a:r>
              <a:rPr lang="en-US" sz="2000" dirty="0"/>
              <a:t>• Provides answers and explanations</a:t>
            </a:r>
          </a:p>
          <a:p>
            <a:pPr fontAlgn="base"/>
            <a:r>
              <a:rPr lang="en-US" sz="2000" dirty="0"/>
              <a:t>• Supports multiple academic subjects</a:t>
            </a:r>
          </a:p>
          <a:p>
            <a:pPr fontAlgn="base"/>
            <a:r>
              <a:rPr lang="en-US" sz="2000" dirty="0"/>
              <a:t>• Improves learning and assessment efficiency</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629322"/>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76072" y="1259175"/>
            <a:ext cx="10607040" cy="4339650"/>
          </a:xfrm>
          <a:prstGeom prst="rect">
            <a:avLst/>
          </a:prstGeom>
          <a:noFill/>
        </p:spPr>
        <p:txBody>
          <a:bodyPr wrap="square" rtlCol="0">
            <a:spAutoFit/>
          </a:bodyPr>
          <a:lstStyle/>
          <a:p>
            <a:pPr fontAlgn="base"/>
            <a:endParaRPr lang="en-US" sz="2000" b="1" dirty="0"/>
          </a:p>
          <a:p>
            <a:pPr fontAlgn="base"/>
            <a:r>
              <a:rPr lang="en-IN" sz="2000" b="1" dirty="0"/>
              <a:t>Tech Stack (Mandatory)</a:t>
            </a:r>
            <a:r>
              <a:rPr lang="en-IN" sz="2000" dirty="0"/>
              <a:t> </a:t>
            </a:r>
          </a:p>
          <a:p>
            <a:pPr marL="285750" indent="-285750" fontAlgn="base">
              <a:buFont typeface="Arial" panose="020B0604020202020204" pitchFamily="34" charset="0"/>
              <a:buChar char="•"/>
            </a:pPr>
            <a:r>
              <a:rPr lang="en-US" sz="2000" dirty="0"/>
              <a:t>• </a:t>
            </a:r>
            <a:r>
              <a:rPr lang="en-US" sz="2000" dirty="0" err="1"/>
              <a:t>LangFlow</a:t>
            </a:r>
            <a:endParaRPr lang="en-US" sz="2000" dirty="0"/>
          </a:p>
          <a:p>
            <a:pPr marL="285750" indent="-285750" fontAlgn="base">
              <a:buFont typeface="Arial" panose="020B0604020202020204" pitchFamily="34" charset="0"/>
              <a:buChar char="•"/>
            </a:pPr>
            <a:r>
              <a:rPr lang="en-US" sz="2000" dirty="0"/>
              <a:t>• IBM watsonx.ai</a:t>
            </a:r>
          </a:p>
          <a:p>
            <a:pPr marL="285750" indent="-285750" fontAlgn="base">
              <a:buFont typeface="Arial" panose="020B0604020202020204" pitchFamily="34" charset="0"/>
              <a:buChar char="•"/>
            </a:pPr>
            <a:r>
              <a:rPr lang="en-US" sz="2000" dirty="0"/>
              <a:t>• IBM Granite 4 Model</a:t>
            </a:r>
          </a:p>
          <a:p>
            <a:pPr marL="285750" indent="-285750" fontAlgn="base">
              <a:buFont typeface="Arial" panose="020B0604020202020204" pitchFamily="34" charset="0"/>
              <a:buChar char="•"/>
            </a:pPr>
            <a:r>
              <a:rPr lang="en-US" sz="2000" dirty="0"/>
              <a:t>• Prompt Engineering</a:t>
            </a:r>
          </a:p>
          <a:p>
            <a:pPr marL="285750" indent="-285750" fontAlgn="base">
              <a:buFont typeface="Arial" panose="020B0604020202020204" pitchFamily="34" charset="0"/>
              <a:buChar char="•"/>
            </a:pPr>
            <a:r>
              <a:rPr lang="en-US" sz="2000" dirty="0"/>
              <a:t>• Generative AI</a:t>
            </a:r>
          </a:p>
          <a:p>
            <a:pPr marL="285750" indent="-285750" fontAlgn="base">
              <a:buFont typeface="Arial" panose="020B0604020202020204" pitchFamily="34" charset="0"/>
              <a:buChar char="•"/>
            </a:pPr>
            <a:r>
              <a:rPr lang="en-US" sz="2000" dirty="0"/>
              <a:t>• Python</a:t>
            </a:r>
          </a:p>
          <a:p>
            <a:pPr fontAlgn="base"/>
            <a:endParaRPr lang="en-US" sz="2000" dirty="0"/>
          </a:p>
          <a:p>
            <a:pPr fontAlgn="base"/>
            <a:endParaRPr lang="en-IN" sz="2000" dirty="0"/>
          </a:p>
          <a:p>
            <a:pPr fontAlgn="base"/>
            <a:r>
              <a:rPr lang="en-IN" sz="2000" dirty="0"/>
              <a:t>I used </a:t>
            </a:r>
            <a:r>
              <a:rPr lang="en-IN" sz="2000" dirty="0" err="1"/>
              <a:t>LangFlow</a:t>
            </a:r>
            <a:r>
              <a:rPr lang="en-IN" sz="2000" dirty="0"/>
              <a:t> + IBM watsonx.ai + IBM Granite Models</a:t>
            </a:r>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170646"/>
          </a:xfrm>
          <a:prstGeom prst="rect">
            <a:avLst/>
          </a:prstGeom>
          <a:noFill/>
        </p:spPr>
        <p:txBody>
          <a:bodyPr wrap="square" rtlCol="0">
            <a:spAutoFit/>
          </a:bodyPr>
          <a:lstStyle/>
          <a:p>
            <a:pPr fontAlgn="base"/>
            <a:endParaRPr lang="en-US" b="1" dirty="0"/>
          </a:p>
          <a:p>
            <a:r>
              <a:rPr lang="en-IN" sz="2000" dirty="0"/>
              <a:t>The proposed solution, </a:t>
            </a:r>
            <a:r>
              <a:rPr lang="en-IN" sz="2000" dirty="0" err="1"/>
              <a:t>EduQuiz</a:t>
            </a:r>
            <a:r>
              <a:rPr lang="en-IN" sz="2000" dirty="0"/>
              <a:t> AI, is an AI-powered educational content generator built using </a:t>
            </a:r>
            <a:r>
              <a:rPr lang="en-IN" sz="2000" dirty="0" err="1"/>
              <a:t>LangFlow</a:t>
            </a:r>
            <a:r>
              <a:rPr lang="en-IN" sz="2000" dirty="0"/>
              <a:t>, IBM watsonx.ai, and IBM Granite models. The system automatically creates structured learning modules, multiple-choice questions (MCQs), correct answers, and explanations from any educational topic provided by the user.</a:t>
            </a:r>
          </a:p>
          <a:p>
            <a:endParaRPr lang="en-IN" sz="2000" dirty="0"/>
          </a:p>
          <a:p>
            <a:r>
              <a:rPr lang="en-IN" sz="2000" dirty="0"/>
              <a:t>The workflow begins when a user enters a topic such as Machine Learning, Python Programming, or Data Science. </a:t>
            </a:r>
            <a:r>
              <a:rPr lang="en-IN" sz="2000" dirty="0" err="1"/>
              <a:t>LangFlow</a:t>
            </a:r>
            <a:r>
              <a:rPr lang="en-IN" sz="2000" dirty="0"/>
              <a:t> processes the input through a Prompt Template and sends it to IBM Granite models hosted on watsonx.ai. The model generates well-structured learning content, topic-wise MCQs, answers, and detailed explanations.</a:t>
            </a:r>
          </a:p>
          <a:p>
            <a:r>
              <a:rPr lang="en-IN" sz="2000" dirty="0"/>
              <a:t>The solution reduces the time required to create assessments manually and helps students learn concepts more effectively. It supports multiple academic subjects and can be extended to generate quizzes from documents, notes, and textbooks in the future.</a:t>
            </a:r>
          </a:p>
          <a:p>
            <a:endParaRPr lang="en-IN" sz="2000" dirty="0"/>
          </a:p>
          <a:p>
            <a:r>
              <a:rPr lang="en-IN" sz="2000" dirty="0"/>
              <a:t>Overall, </a:t>
            </a:r>
            <a:r>
              <a:rPr lang="en-IN" sz="2000" dirty="0" err="1"/>
              <a:t>EduQuiz</a:t>
            </a:r>
            <a:r>
              <a:rPr lang="en-IN" sz="2000" dirty="0"/>
              <a:t> AI provides an intelligent, scalable, and automated learning assistant that improves educational content creation and assessment efficiency.</a:t>
            </a:r>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1043731"/>
            <a:ext cx="8517544" cy="4770537"/>
          </a:xfrm>
          <a:prstGeom prst="rect">
            <a:avLst/>
          </a:prstGeom>
          <a:noFill/>
        </p:spPr>
        <p:txBody>
          <a:bodyPr wrap="square" rtlCol="0">
            <a:spAutoFit/>
          </a:bodyPr>
          <a:lstStyle/>
          <a:p>
            <a:endParaRPr lang="en-US" sz="1600" dirty="0"/>
          </a:p>
          <a:p>
            <a:r>
              <a:rPr lang="en-US" sz="2400" dirty="0"/>
              <a:t>1. Chat Input</a:t>
            </a:r>
          </a:p>
          <a:p>
            <a:r>
              <a:rPr lang="en-US" sz="2400" dirty="0"/>
              <a:t>   Receives user topic.</a:t>
            </a:r>
          </a:p>
          <a:p>
            <a:endParaRPr lang="en-US" sz="2400" dirty="0"/>
          </a:p>
          <a:p>
            <a:r>
              <a:rPr lang="en-US" sz="2400" dirty="0"/>
              <a:t>2. Prompt Template</a:t>
            </a:r>
          </a:p>
          <a:p>
            <a:r>
              <a:rPr lang="en-US" sz="2400" dirty="0"/>
              <a:t>   Structures quiz generation instructions.</a:t>
            </a:r>
          </a:p>
          <a:p>
            <a:endParaRPr lang="en-US" sz="2400" dirty="0"/>
          </a:p>
          <a:p>
            <a:r>
              <a:rPr lang="en-US" sz="2400" dirty="0"/>
              <a:t>3. IBM Watsonx AI Model</a:t>
            </a:r>
          </a:p>
          <a:p>
            <a:r>
              <a:rPr lang="en-US" sz="2400" dirty="0"/>
              <a:t>   Uses IBM Granite 4 foundation model.</a:t>
            </a:r>
          </a:p>
          <a:p>
            <a:endParaRPr lang="en-US" sz="2400" dirty="0"/>
          </a:p>
          <a:p>
            <a:r>
              <a:rPr lang="en-US" sz="2400" dirty="0"/>
              <a:t>4. Chat Output</a:t>
            </a:r>
          </a:p>
          <a:p>
            <a:r>
              <a:rPr lang="en-US" sz="2400" dirty="0"/>
              <a:t>   Displays generated quiz and explanations.</a:t>
            </a:r>
          </a:p>
          <a:p>
            <a:r>
              <a:rPr lang="en-US" sz="2400" dirty="0"/>
              <a:t> </a:t>
            </a:r>
            <a:endParaRPr lang="en-IN" sz="24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81BA9FBA-D958-0E21-AECF-6B7EE2B7FD06}"/>
              </a:ext>
            </a:extLst>
          </p:cNvPr>
          <p:cNvPicPr>
            <a:picLocks noChangeAspect="1"/>
          </p:cNvPicPr>
          <p:nvPr/>
        </p:nvPicPr>
        <p:blipFill>
          <a:blip r:embed="rId3"/>
          <a:stretch>
            <a:fillRect/>
          </a:stretch>
        </p:blipFill>
        <p:spPr>
          <a:xfrm>
            <a:off x="1685325" y="1009610"/>
            <a:ext cx="9081448" cy="559766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a:stretch/>
        </p:blipFill>
        <p:spPr>
          <a:xfrm>
            <a:off x="1576267" y="921945"/>
            <a:ext cx="8419224"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942225"/>
            <a:ext cx="7406640" cy="5324535"/>
          </a:xfrm>
          <a:prstGeom prst="rect">
            <a:avLst/>
          </a:prstGeom>
          <a:noFill/>
        </p:spPr>
        <p:txBody>
          <a:bodyPr wrap="square" rtlCol="0">
            <a:spAutoFit/>
          </a:bodyPr>
          <a:lstStyle/>
          <a:p>
            <a:r>
              <a:rPr lang="en-IN" sz="2000" dirty="0"/>
              <a:t>Agentic AI enables </a:t>
            </a:r>
            <a:r>
              <a:rPr lang="en-IN" sz="2000" dirty="0" err="1"/>
              <a:t>EduQuiz</a:t>
            </a:r>
            <a:r>
              <a:rPr lang="en-IN" sz="2000" dirty="0"/>
              <a:t> AI to function as an intelligent educational assistant rather than a simple question generator. Using IBM Granite models on watsonx.ai, the system can understand user topics, reason about educational content, and generate structured learning material automatically.</a:t>
            </a:r>
          </a:p>
          <a:p>
            <a:r>
              <a:rPr lang="en-IN" sz="2000" dirty="0"/>
              <a:t>The AI agent </a:t>
            </a:r>
            <a:r>
              <a:rPr lang="en-IN" sz="2000" dirty="0" err="1"/>
              <a:t>analyzes</a:t>
            </a:r>
            <a:r>
              <a:rPr lang="en-IN" sz="2000" dirty="0"/>
              <a:t> the given topic, creates learning modules, generates quiz questions, provides correct answers, and explains the reasoning behind each answer. It works autonomously to transform a simple topic into a complete educational assessment.</a:t>
            </a:r>
          </a:p>
          <a:p>
            <a:r>
              <a:rPr lang="en-IN" sz="2000" dirty="0"/>
              <a:t>Agentic AI also improves personalization by adapting generated content to different subjects and educational domains. This makes the system efficient, scalable, and capable of supporting both students and educators.</a:t>
            </a:r>
          </a:p>
          <a:p>
            <a:r>
              <a:rPr lang="en-IN" sz="2000" dirty="0"/>
              <a:t>Overall, Agentic AI makes </a:t>
            </a:r>
            <a:r>
              <a:rPr lang="en-IN" sz="2000" dirty="0" err="1"/>
              <a:t>EduQuiz</a:t>
            </a:r>
            <a:r>
              <a:rPr lang="en-IN" sz="2000" dirty="0"/>
              <a:t> AI a smart, autonomous, and goal-driven educational assistant that enhances learning and assessment creation.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601533"/>
          </a:xfrm>
          <a:prstGeom prst="rect">
            <a:avLst/>
          </a:prstGeom>
          <a:noFill/>
        </p:spPr>
        <p:txBody>
          <a:bodyPr wrap="square" rtlCol="0">
            <a:spAutoFit/>
          </a:bodyPr>
          <a:lstStyle/>
          <a:p>
            <a:r>
              <a:rPr lang="en-IN" sz="2200" dirty="0"/>
              <a:t>• </a:t>
            </a:r>
            <a:r>
              <a:rPr lang="en-IN" sz="2200" dirty="0" err="1"/>
              <a:t>LangFlow</a:t>
            </a:r>
            <a:r>
              <a:rPr lang="en-IN" sz="2200" dirty="0"/>
              <a:t> – Visual workflow builder for AI applications</a:t>
            </a:r>
          </a:p>
          <a:p>
            <a:endParaRPr lang="en-IN" sz="2200" dirty="0"/>
          </a:p>
          <a:p>
            <a:r>
              <a:rPr lang="en-IN" sz="2200" dirty="0"/>
              <a:t>• IBM watsonx.ai – Platform for foundation models and AI deployment</a:t>
            </a:r>
          </a:p>
          <a:p>
            <a:endParaRPr lang="en-IN" sz="2200" dirty="0"/>
          </a:p>
          <a:p>
            <a:r>
              <a:rPr lang="en-IN" sz="2200" dirty="0"/>
              <a:t>• IBM Granite Model – Generates learning modules, quizzes, answers, and    explanations</a:t>
            </a:r>
          </a:p>
          <a:p>
            <a:endParaRPr lang="en-IN" sz="2200" dirty="0"/>
          </a:p>
          <a:p>
            <a:r>
              <a:rPr lang="en-IN" sz="2200" dirty="0"/>
              <a:t>• Prompt Engineering – Structures instructions for accurate content generation</a:t>
            </a:r>
          </a:p>
          <a:p>
            <a:endParaRPr lang="en-IN" sz="2200" dirty="0"/>
          </a:p>
          <a:p>
            <a:r>
              <a:rPr lang="en-IN" sz="2200" dirty="0"/>
              <a:t>• Python – Development and integration environment</a:t>
            </a:r>
          </a:p>
          <a:p>
            <a:endParaRPr lang="en-IN" sz="2200" dirty="0"/>
          </a:p>
          <a:p>
            <a:r>
              <a:rPr lang="en-IN" sz="2200" dirty="0"/>
              <a:t>• GitHub – Version control and project hosting</a:t>
            </a:r>
          </a:p>
          <a:p>
            <a:endParaRPr lang="en-IN" sz="2200" dirty="0"/>
          </a:p>
          <a:p>
            <a:r>
              <a:rPr lang="en-IN" sz="2200" dirty="0"/>
              <a:t>• Generative AI – Powers intelligent educational content generation</a:t>
            </a:r>
          </a:p>
          <a:p>
            <a:pPr marL="285750" indent="-285750">
              <a:buFont typeface="Arial" panose="020B0604020202020204" pitchFamily="34" charset="0"/>
              <a:buChar char="•"/>
            </a:pPr>
            <a:endParaRPr lang="en-US" sz="22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10091" y="36235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10091" y="1324995"/>
            <a:ext cx="11301984" cy="4708981"/>
          </a:xfrm>
          <a:prstGeom prst="rect">
            <a:avLst/>
          </a:prstGeom>
          <a:noFill/>
        </p:spPr>
        <p:txBody>
          <a:bodyPr wrap="square" rtlCol="0">
            <a:spAutoFit/>
          </a:bodyPr>
          <a:lstStyle/>
          <a:p>
            <a:r>
              <a:rPr lang="en-US" sz="1800" dirty="0"/>
              <a:t>• </a:t>
            </a:r>
            <a:r>
              <a:rPr lang="en-US" sz="2000" dirty="0"/>
              <a:t>Automated syllabus-to-quiz generation</a:t>
            </a:r>
          </a:p>
          <a:p>
            <a:endParaRPr lang="en-US" sz="2000" dirty="0"/>
          </a:p>
          <a:p>
            <a:r>
              <a:rPr lang="en-US" sz="2000" dirty="0"/>
              <a:t>• Generates learning modules and MCQs simultaneously</a:t>
            </a:r>
          </a:p>
          <a:p>
            <a:endParaRPr lang="en-US" sz="2000" dirty="0"/>
          </a:p>
          <a:p>
            <a:r>
              <a:rPr lang="en-US" sz="2000" dirty="0"/>
              <a:t>• Provides answers with explanations</a:t>
            </a:r>
          </a:p>
          <a:p>
            <a:endParaRPr lang="en-US" sz="2000" dirty="0"/>
          </a:p>
          <a:p>
            <a:r>
              <a:rPr lang="en-US" sz="2000" dirty="0"/>
              <a:t>• Supports multiple educational subjects</a:t>
            </a:r>
          </a:p>
          <a:p>
            <a:endParaRPr lang="en-US" sz="2000" dirty="0"/>
          </a:p>
          <a:p>
            <a:r>
              <a:rPr lang="en-US" sz="2000" dirty="0"/>
              <a:t>• Built using IBM watsonx.ai and Granite models</a:t>
            </a:r>
          </a:p>
          <a:p>
            <a:endParaRPr lang="en-US" sz="2000" dirty="0"/>
          </a:p>
          <a:p>
            <a:r>
              <a:rPr lang="en-US" sz="2000" dirty="0"/>
              <a:t>• Visual workflow design using </a:t>
            </a:r>
            <a:r>
              <a:rPr lang="en-US" sz="2000" dirty="0" err="1"/>
              <a:t>LangFlow</a:t>
            </a:r>
            <a:endParaRPr lang="en-US" sz="2000" dirty="0"/>
          </a:p>
          <a:p>
            <a:endParaRPr lang="en-US" sz="2000" dirty="0"/>
          </a:p>
          <a:p>
            <a:r>
              <a:rPr lang="en-US" sz="2000" dirty="0"/>
              <a:t>• Reduces manual effort for educators and students</a:t>
            </a:r>
          </a:p>
          <a:p>
            <a:endParaRPr lang="en-US" sz="2000" dirty="0"/>
          </a:p>
          <a:p>
            <a:r>
              <a:rPr lang="en-US" sz="2000" dirty="0"/>
              <a:t>• Scalable and easy to extend for future educational applications</a:t>
            </a:r>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GitHub Repository:</a:t>
            </a:r>
          </a:p>
          <a:p>
            <a:pPr lvl="0">
              <a:lnSpc>
                <a:spcPct val="162162"/>
              </a:lnSpc>
              <a:buClr>
                <a:srgbClr val="2B3541"/>
              </a:buClr>
              <a:buSzPts val="1850"/>
            </a:pPr>
            <a:r>
              <a:rPr lang="en-US" sz="1850" dirty="0">
                <a:latin typeface="Times New Roman"/>
                <a:ea typeface="Times New Roman"/>
                <a:cs typeface="Times New Roman"/>
                <a:sym typeface="Times New Roman"/>
                <a:hlinkClick r:id="rId3"/>
              </a:rPr>
              <a:t>https://github.com/sbyx369/EduQuiz-AI</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000" dirty="0">
                <a:latin typeface="Times New Roman"/>
                <a:ea typeface="Times New Roman"/>
                <a:cs typeface="Times New Roman"/>
                <a:sym typeface="Times New Roman"/>
              </a:rPr>
              <a:t>1. PDF and document upload support for automatic quiz generation.</a:t>
            </a:r>
          </a:p>
          <a:p>
            <a:pPr lvl="0">
              <a:lnSpc>
                <a:spcPct val="162162"/>
              </a:lnSpc>
              <a:buClr>
                <a:srgbClr val="2B3541"/>
              </a:buClr>
              <a:buSzPts val="1850"/>
            </a:pPr>
            <a:r>
              <a:rPr lang="en-IN" sz="2000" dirty="0">
                <a:latin typeface="Times New Roman"/>
                <a:ea typeface="Times New Roman"/>
                <a:cs typeface="Times New Roman"/>
                <a:sym typeface="Times New Roman"/>
              </a:rPr>
              <a:t>2. Difficulty-level based question generation (Easy, Medium, Hard).</a:t>
            </a:r>
          </a:p>
          <a:p>
            <a:pPr lvl="0">
              <a:lnSpc>
                <a:spcPct val="162162"/>
              </a:lnSpc>
              <a:buClr>
                <a:srgbClr val="2B3541"/>
              </a:buClr>
              <a:buSzPts val="1850"/>
            </a:pPr>
            <a:r>
              <a:rPr lang="en-IN" sz="2000" dirty="0">
                <a:latin typeface="Times New Roman"/>
                <a:ea typeface="Times New Roman"/>
                <a:cs typeface="Times New Roman"/>
                <a:sym typeface="Times New Roman"/>
              </a:rPr>
              <a:t>3. Multi-language educational content generation.</a:t>
            </a:r>
          </a:p>
          <a:p>
            <a:pPr lvl="0">
              <a:lnSpc>
                <a:spcPct val="162162"/>
              </a:lnSpc>
              <a:buClr>
                <a:srgbClr val="2B3541"/>
              </a:buClr>
              <a:buSzPts val="1850"/>
            </a:pPr>
            <a:r>
              <a:rPr lang="en-IN" sz="2000" dirty="0">
                <a:latin typeface="Times New Roman"/>
                <a:ea typeface="Times New Roman"/>
                <a:cs typeface="Times New Roman"/>
                <a:sym typeface="Times New Roman"/>
              </a:rPr>
              <a:t>4. Voice-based quiz creation and interaction.</a:t>
            </a:r>
          </a:p>
          <a:p>
            <a:pPr lvl="0">
              <a:lnSpc>
                <a:spcPct val="162162"/>
              </a:lnSpc>
              <a:buClr>
                <a:srgbClr val="2B3541"/>
              </a:buClr>
              <a:buSzPts val="1850"/>
            </a:pPr>
            <a:r>
              <a:rPr lang="en-IN" sz="2000" dirty="0">
                <a:latin typeface="Times New Roman"/>
                <a:ea typeface="Times New Roman"/>
                <a:cs typeface="Times New Roman"/>
                <a:sym typeface="Times New Roman"/>
              </a:rPr>
              <a:t>5. Student performance tracking and analytics dashboard.</a:t>
            </a:r>
          </a:p>
          <a:p>
            <a:pPr lvl="0">
              <a:lnSpc>
                <a:spcPct val="162162"/>
              </a:lnSpc>
              <a:buClr>
                <a:srgbClr val="2B3541"/>
              </a:buClr>
              <a:buSzPts val="1850"/>
            </a:pPr>
            <a:r>
              <a:rPr lang="en-IN" sz="2000" dirty="0">
                <a:latin typeface="Times New Roman"/>
                <a:ea typeface="Times New Roman"/>
                <a:cs typeface="Times New Roman"/>
                <a:sym typeface="Times New Roman"/>
              </a:rPr>
              <a:t>6. Integration with Learning Management Systems (LMS).</a:t>
            </a:r>
          </a:p>
          <a:p>
            <a:pPr lvl="0">
              <a:lnSpc>
                <a:spcPct val="162162"/>
              </a:lnSpc>
              <a:buClr>
                <a:srgbClr val="2B3541"/>
              </a:buClr>
              <a:buSzPts val="1850"/>
            </a:pPr>
            <a:r>
              <a:rPr lang="en-IN" sz="2000" dirty="0">
                <a:latin typeface="Times New Roman"/>
                <a:ea typeface="Times New Roman"/>
                <a:cs typeface="Times New Roman"/>
                <a:sym typeface="Times New Roman"/>
              </a:rPr>
              <a:t>7. Personalized learning recommendations using AI.</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1216</TotalTime>
  <Words>796</Words>
  <Application>Microsoft Office PowerPoint</Application>
  <PresentationFormat>Widescreen</PresentationFormat>
  <Paragraphs>124</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Bhargav Yadav</cp:lastModifiedBy>
  <cp:revision>24</cp:revision>
  <dcterms:created xsi:type="dcterms:W3CDTF">2025-07-08T05:06:56Z</dcterms:created>
  <dcterms:modified xsi:type="dcterms:W3CDTF">2026-06-12T15:41:21Z</dcterms:modified>
</cp:coreProperties>
</file>